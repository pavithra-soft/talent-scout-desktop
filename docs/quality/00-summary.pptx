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4B3A"/>
                </a:solidFill>
                <a:latin typeface="Calibri"/>
              </a:rPr>
              <a:t>Talent Scout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D5968"/>
                </a:solidFill>
                <a:latin typeface="Calibri"/>
              </a:rPr>
              <a:t>Quality summary  ·  19 October 2026
Local app only. The cloud site was not 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A2B2B"/>
                </a:solidFill>
                <a:latin typeface="Calibri"/>
              </a:rPr>
              <a:t>No-go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Do not send the setup file that is on GitHub today. That file is the first build and does not contain these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4B3A"/>
                </a:solidFill>
                <a:latin typeface="Calibri"/>
              </a:rPr>
              <a:t>Go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Build a new Windows setup from this quality build. Hand recruiters the test script and the Excel tracker. The engine and the six journeys are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D5968"/>
                </a:solidFill>
                <a:latin typeface="Calibri"/>
              </a:rPr>
              <a:t>Last check before a wide send: a recruiter runs the install on a real Windows 10 or 11 PC.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Four steps: pick a folder, add the job, see ranked candidates, export or reply.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Candidate details in the saved search are encrypted.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A new folder asks before it clears the previous people.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Start fresh deletes the saved search. A search older than 7 days is cleared on open.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Notice is shown in days. A job with no skills scores 0.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Bad files get one plain sentence.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Email drafts stay on the laptop and are not sent.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C2430"/>
                </a:solidFill>
                <a:latin typeface="Calibri"/>
              </a:rPr>
              <a:t>The sample portal copies practice profiles into a folder. It does not log into a live job 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Test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automated tests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206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synthetic resumes, full recall on the main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278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to read that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63040"/>
            <a:ext cx="27432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F4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7830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6 of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1C2430"/>
                </a:solidFill>
                <a:latin typeface="Calibri"/>
              </a:rPr>
              <a:t>recruiter journeys passed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Email, phone, city, skills, company, and notice all came back on the 206 resumes.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A second pass skipped files that had not changed.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C2430"/>
                </a:solidFill>
                <a:latin typeface="Calibri"/>
              </a:rPr>
              <a:t>The window build succeeded. The Windows installer was not clicked on this Mac.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B3A"/>
                </a:solidFill>
                <a:latin typeface="Calibri"/>
              </a:rPr>
              <a:t>Remaining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The published v0.1.0 setup does not contain these fixes. Send a new setup.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Windows will still say it protected the PC until a paid certificate exists. There is no self-update until then.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Photos of resumes are skipped.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2430"/>
                </a:solidFill>
                <a:latin typeface="Calibri"/>
              </a:rPr>
              <a:t>Run the install case on Windows 10 or 11 before a wide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