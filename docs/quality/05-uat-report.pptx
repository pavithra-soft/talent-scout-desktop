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4B3A"/>
                </a:solidFill>
                <a:latin typeface="Calibri"/>
              </a:rPr>
              <a:t>Recruiter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D5968"/>
                </a:solidFill>
                <a:latin typeface="Calibri"/>
              </a:rPr>
              <a:t>Six journeys on synthetic people only
19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All six journeys 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S1  Screen 150 resumes, shortlist Bengaluru and notice within 30 days, export Excel.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S2  Rank the same folder against a different job. The order changes.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S3  A new folder asks first. Start fresh clears the saved search.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S4  Three email drafts, one edited. Nothing is sent.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S5  Sample portal, save two profiles, then read that folder.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S6  Missing folder, empty folder, a photo, no job, expired email, no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What was confusing, and 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The first screen used technical words. It is now four steps, with Advanced closed.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The job box arrived already filled. It now starts empty.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Notice did not always show days. The list and Excel now match.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 new folder hid old people but kept them. The app now asks, then clears.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There was no reply and no practice portal. Drafts are saved and not sent. The sample portal is labelled as practice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4B3A"/>
                </a:solidFill>
                <a:latin typeface="Calibri"/>
              </a:rPr>
              <a:t>No confusion above Low remains open.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Trust and what is still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The header says resumes stay on this computer.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Hover a match score to read one sentence about why.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Start fresh deletes the saved search. After 7 days it is cleared on open.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The saved file from the test does not contain a readable email address.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Do not send the setup file already on GitHub. It is the first build.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Windows will warn until a certificate is bought. Photos of resumes are skipped.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 recruiter should still install once on Windows 10 or 11 before a wide send.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