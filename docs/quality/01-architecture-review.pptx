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4B3A"/>
                </a:solidFill>
                <a:latin typeface="Calibri"/>
              </a:rPr>
              <a:t>How Talent Scout Desktop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D5968"/>
                </a:solidFill>
                <a:latin typeface="Calibri"/>
              </a:rPr>
              <a:t>Architecture review for a recruiter or manager
19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One program on the recruiter’s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There is no office server and no account to sign up for.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Resumes are read on this computer. Nothing is uploaded.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A second look at the same folder skips files that have not changed.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A bad file is listed. The rest continue.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The match score comes from written rules: skills, years, and city.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The app does not read a photo of a resume, log into a job site, or send email.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The four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2651760" cy="2011680"/>
          </a:xfrm>
          <a:prstGeom prst="round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Pick the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03120"/>
            <a:ext cx="2651760" cy="2011680"/>
          </a:xfrm>
          <a:prstGeom prst="round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Add the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2651760" cy="2011680"/>
          </a:xfrm>
          <a:prstGeom prst="round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See ranked candidates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103120"/>
            <a:ext cx="2651760" cy="2011680"/>
          </a:xfrm>
          <a:prstGeom prst="round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017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Export or 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D5968"/>
                </a:solidFill>
                <a:latin typeface="Calibri"/>
              </a:rPr>
              <a:t>Defaults do the job. Skill match 60, extra skills 20, experience 10, city 10. Those sit under Advanced.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Where a resume goes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Resume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or a zip on this 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Read each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152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PDF, Word,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A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name, phone, skills, notice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1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Saved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locked on this 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Match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against the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2194560"/>
            <a:ext cx="1828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2992" y="233172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4B3A"/>
                </a:solidFill>
                <a:latin typeface="Calibri"/>
              </a:rPr>
              <a:t>Excel or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2992" y="2971800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1C2430"/>
                </a:solidFill>
                <a:latin typeface="Calibri"/>
              </a:rPr>
              <a:t>draft is not 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Zip files are capped. Paths that try to climb out of the zip are ignored.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setup is one file, for the current Windows user. It does not ask for an administrator password.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Critical findings and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A-C1. Candidate details sat in an unlocked file. Change: encrypt them. Keep the lock in Windows Credential Manager. If the lock cannot be saved, stop and say so.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A-C2. A broken saved search closed the program. Change: start a new search and tell the recruiter in one sentence. Offer Start fresh.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High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A-H1. Old candidates were never removed. Ask before a new folder. Start fresh. Clear a search after 7 days.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A-H2. A job with no skills still scored everyone highly. Do not award skill points. Say so in the reason.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A-H3. Notice was a phrase on screen and a hidden day count in the filter. Show days everywhere. A month is 30 days. A last working day becomes days from today.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A-H4. One huge file could stall the laptop. Skip a file over 15 MB and say it is too large.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High findings,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A-H5. A failed read could look like success. Show one sentence and keep the files already read.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A-H6. There was no reply and no portal step. Save an unsent draft. Offer a sample portal that is clearly practice data. Do not log into a live job site.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A-H7. A bad PDF showed an engineer’s message. Say what happened and what to do next, in one sentence.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A-H8. The screen used different names for the same idea. Use one glossary. Put the weights under Advanced.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Words we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Current search — the folder and job open right now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Job — the text the recruiter pasted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Candidate — one person from a resume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Match score — 0 to 100, higher is closer to the job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Matching skills / Missing skills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Notice — how soon they can join, in days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Start fresh — delete the saved search on this computer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Email draft — an unsent message saved here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Sample portal — practice data, not a live job 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How notice is shown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Can join now: 0 days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Days, weeks, or months: a number of days. A week is 7. A month is 30.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A dated last working day: days from today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Serving notice, and no date: Serving notice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Not written: blank. The app does not guess.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D5968"/>
                </a:solidFill>
                <a:latin typeface="Calibri"/>
              </a:rPr>
              <a:t>Medium and low items were fixed in the same pass where that was safe. Photos stay skipped. A signed self-update waits for a certificate.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